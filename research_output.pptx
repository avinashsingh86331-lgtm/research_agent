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Waves in Physics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Exploring energy, motion, and applications of waves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Wave?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Disturbance that transfers energy through a medium.</a:t>
            </a:r>
          </a:p>
          <a:p>
            <a:pPr>
              <a:defRPr sz="2000"/>
            </a:pPr>
            <a:r>
              <a:t>Moves energy from one place to another.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Wave Classifications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Transverse – particles move perpendicular.</a:t>
            </a:r>
          </a:p>
          <a:p>
            <a:pPr>
              <a:defRPr sz="2000"/>
            </a:pPr>
            <a:r>
              <a:t>Longitudinal – particles move parallel.</a:t>
            </a:r>
          </a:p>
          <a:p>
            <a:pPr>
              <a:defRPr sz="2000"/>
            </a:pPr>
            <a:r>
              <a:t>Surface, electromagnetic, mechanical.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Mechanical vs Electromagnetic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Mechanical needs a medium.</a:t>
            </a:r>
          </a:p>
          <a:p>
            <a:pPr>
              <a:defRPr sz="2000"/>
            </a:pPr>
            <a:r>
              <a:t>Electromagnetic travels through vacuum.</a:t>
            </a:r>
          </a:p>
          <a:p>
            <a:pPr>
              <a:defRPr sz="2000"/>
            </a:pPr>
            <a:r>
              <a:t>Examples: light, radio, microwaves.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Seismic Waves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P-waves: longitudinal, fastest.</a:t>
            </a:r>
          </a:p>
          <a:p>
            <a:pPr>
              <a:defRPr sz="2000"/>
            </a:pPr>
            <a:r>
              <a:t>S-waves: transverse, slower.</a:t>
            </a:r>
          </a:p>
          <a:p>
            <a:pPr>
              <a:defRPr sz="2000"/>
            </a:pPr>
            <a:r>
              <a:t>Reveal Earth's interior 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Wave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Amplitude: maximum displacement.</a:t>
            </a:r>
          </a:p>
          <a:p>
            <a:pPr>
              <a:defRPr sz="2000"/>
            </a:pPr>
            <a:r>
              <a:t>Frequency: cycles per second.</a:t>
            </a:r>
          </a:p>
          <a:p>
            <a:pPr>
              <a:defRPr sz="2000"/>
            </a:pPr>
            <a:r>
              <a:t>Wavelength: distance between crests.</a:t>
            </a:r>
          </a:p>
          <a:p>
            <a:pPr>
              <a:defRPr sz="2000"/>
            </a:pPr>
            <a:r>
              <a:t>Speed: medium dependent.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 of Waves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Sound: mechanical wave.</a:t>
            </a:r>
          </a:p>
          <a:p>
            <a:pPr>
              <a:defRPr sz="2000"/>
            </a:pPr>
            <a:r>
              <a:t>Radio, TV, WiFi: electromagnetic.</a:t>
            </a:r>
          </a:p>
          <a:p>
            <a:pPr>
              <a:defRPr sz="2000"/>
            </a:pPr>
            <a:r>
              <a:t>Seismology studies Earth's interior.</a:t>
            </a:r>
          </a:p>
          <a:p>
            <a:pPr>
              <a:defRPr sz="2000"/>
            </a:pPr>
            <a:r>
              <a:t>Water waves illustrate fundamentals.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in Wave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Modeling waves in composite materials.</a:t>
            </a:r>
          </a:p>
          <a:p>
            <a:pPr>
              <a:defRPr sz="2000"/>
            </a:pPr>
            <a:r>
              <a:t>Predicting propagation in heterogeneous media.</a:t>
            </a:r>
          </a:p>
          <a:p>
            <a:pPr>
              <a:defRPr sz="2000"/>
            </a:pPr>
            <a:r>
              <a:t>Complex interactions remain difficult.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