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Waves in Physics: A Dynamic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Sound to Space: Understanding Wave Phenomena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Wave?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Disturbance that moves energy without permanently moving matter.</a:t>
            </a:r>
          </a:p>
          <a:p>
            <a:pPr>
              <a:defRPr sz="2000"/>
            </a:pPr>
            <a:r>
              <a:t>Organized propagation of disturbances.</a:t>
            </a:r>
          </a:p>
          <a:p>
            <a:pPr>
              <a:defRPr sz="2000"/>
            </a:pPr>
            <a:r>
              <a:t>Energy travels from one place to another.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Mechanical (sound) needs a medium.</a:t>
            </a:r>
          </a:p>
          <a:p>
            <a:pPr>
              <a:defRPr sz="2000"/>
            </a:pPr>
            <a:r>
              <a:t>Electromagnetic (light) travels through vacuum.</a:t>
            </a:r>
          </a:p>
          <a:p>
            <a:pPr>
              <a:defRPr sz="2000"/>
            </a:pPr>
            <a:r>
              <a:t>Surface, seismic, and gravitational also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Transverse vs Longitudinal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Transverse: particles move perpendicular to wave direction, forming crests and troughs.</a:t>
            </a:r>
          </a:p>
          <a:p>
            <a:pPr>
              <a:defRPr sz="2000"/>
            </a:pPr>
            <a:r>
              <a:t>Longitudinal: particles move parallel, creating compressions and rarefactions.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Seismic Waves in 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P‑waves: primary, longitudinal, travel fastest through solids.</a:t>
            </a:r>
          </a:p>
          <a:p>
            <a:pPr>
              <a:defRPr sz="2000"/>
            </a:pPr>
            <a:r>
              <a:t>S‑waves: secondary, transverse, travel slower, can't cross liquids.</a:t>
            </a:r>
          </a:p>
          <a:p>
            <a:pPr>
              <a:defRPr sz="2000"/>
            </a:pPr>
            <a:r>
              <a:t>Reveal Earth's core is liquid, mantle is solid.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Wave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Particles exhibit wavelike interference and diffraction.</a:t>
            </a:r>
          </a:p>
          <a:p>
            <a:pPr>
              <a:defRPr sz="2000"/>
            </a:pPr>
            <a:r>
              <a:t>Quantum mechanics treats particles as wavefunctions.</a:t>
            </a:r>
          </a:p>
          <a:p>
            <a:pPr>
              <a:defRPr sz="2000"/>
            </a:pPr>
            <a:r>
              <a:t>Wave‑particle duality fundamental to modern physics.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Everyday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Sound for communication, music, and sonar.</a:t>
            </a:r>
          </a:p>
          <a:p>
            <a:pPr>
              <a:defRPr sz="2000"/>
            </a:pPr>
            <a:r>
              <a:t>Light enables vision, photography, and fiber optics.</a:t>
            </a:r>
          </a:p>
          <a:p>
            <a:pPr>
              <a:defRPr sz="2000"/>
            </a:pPr>
            <a:r>
              <a:t>Radio waves power broadcasts, Wi-Fi, and GPS.</a:t>
            </a:r>
          </a:p>
          <a:p>
            <a:pPr>
              <a:defRPr sz="2000"/>
            </a:pPr>
            <a:r>
              <a:t>Seismic waves probe Earth's interior.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Mechanical waves limited to media, cannot travel in vacuum.</a:t>
            </a:r>
          </a:p>
          <a:p>
            <a:pPr>
              <a:defRPr sz="2000"/>
            </a:pPr>
            <a:r>
              <a:t>Electromagnetic waves absorbed or reflected by materials.</a:t>
            </a:r>
          </a:p>
          <a:p>
            <a:pPr>
              <a:defRPr sz="2000"/>
            </a:pPr>
            <a:r>
              <a:t>Gravitational waves open new astronomy.</a:t>
            </a:r>
          </a:p>
          <a:p>
            <a:pPr>
              <a:defRPr sz="2000"/>
            </a:pPr>
            <a:r>
              <a:t>New materials improve radar and communications.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